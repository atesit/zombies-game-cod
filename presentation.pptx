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 презентация показывает не только список функций, но и путь: от маленького бункера и знакомой формулы Nacht der Untoten — к собственной многоэтажной игре с кооперативом, эвакуацией, мета-статистикой и большим ростером врагов. История проекта собрана по Git-истории, README и документации. Срез кода — коммит 227241d от 24 октября 2026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Речь именно о Nacht der Untoten из Call of Duty: World at War. На старте это был скрытый режим выживания, а не отдельная сюжетная кампания: карту открывали после прохождения кампании. Главная сила формулы — в ясной цели, ограниченном пространстве и нарастающем давлении волн.</a:t>
            </a:r>
          </a:p>
          <a:p/>
          <a:p>
            <a:r>
              <a:t>Источники:</a:t>
            </a:r>
          </a:p>
          <a:p>
            <a:r>
              <a:t>Call of Duty Wiki — Nacht der Untoten: https://callofduty.fandom.com/wiki/Nacht_der_Untoten</a:t>
            </a:r>
          </a:p>
          <a:p>
            <a:r>
              <a:t>Nazi Zombies Wiki — Nacht der Untoten: https://nazizombies.fandom.com/wiki/Nacht_der_Untoten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Nacht строится на понятной географии: центральное пространство, комнаты за дверями и окна, откуда проникают враги. Из-за малого масштаба игрок быстро понимает карту, но каждая открытая дверь расширяет и возможности, и число направлений, за которыми нужно следить.</a:t>
            </a:r>
          </a:p>
          <a:p/>
          <a:p>
            <a:r>
              <a:t>Источники:</a:t>
            </a:r>
          </a:p>
          <a:p>
            <a:r>
              <a:t>Call of Duty Wiki — Nacht der Untoten: https://callofduty.fandom.com/wiki/Nacht_der_Untoten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Цены помогают увидеть, почему очки в классическом режиме важны не только как счётчик. Открыть следующую зону, взять гарантированное оружие у стены или сохранить деньги ради другого шанса — это разные стратегии, доступные в одном небольшом здании.</a:t>
            </a:r>
          </a:p>
          <a:p/>
          <a:p>
            <a:r>
              <a:t>Источники:</a:t>
            </a:r>
          </a:p>
          <a:p>
            <a:r>
              <a:t>Call of Duty Wiki — Nacht der Untoten: https://callofduty.fandom.com/wiki/Nacht_der_Untoten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Вместо того чтобы приписывать каждому числу спорное действие, здесь показаны именно ступени очков, используемые в экономике режима. Суть для дизайна — вознаграждать участие в обороне и заставлять выбирать, куда вложить ограниченный запас.</a:t>
            </a:r>
          </a:p>
          <a:p/>
          <a:p>
            <a:r>
              <a:t>Источники:</a:t>
            </a:r>
          </a:p>
          <a:p>
            <a:r>
              <a:t>Call of Duty Wiki — Nacht der Untoten: https://callofduty.fandom.com/wiki/Nacht_der_Untoten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Важно не смешивать историю разных карт: в Nacht der Untoten ящик находится в фиксированном месте и стоит 950 очков. Переезд коробки после появления плюшевого мишки относится к более позднему развитию серии.</a:t>
            </a:r>
          </a:p>
          <a:p/>
          <a:p>
            <a:r>
              <a:t>Источники:</a:t>
            </a:r>
          </a:p>
          <a:p>
            <a:r>
              <a:t>Call of Duty Wiki — Nacht der Untoten: https://callofduty.fandom.com/wiki/Nacht_der_Untoten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Оригинальные четыре бонуса Nacht — Max Ammo, Insta-Kill, Double Points и Nuke. Они задают темп короткими всплесками: пополнение ресурсов, ускоренное убийство, усиленная экономика и немедленное снятие давления.</a:t>
            </a:r>
          </a:p>
          <a:p/>
          <a:p>
            <a:r>
              <a:t>Источники:</a:t>
            </a:r>
          </a:p>
          <a:p>
            <a:r>
              <a:t>Call of Duty Wiki — Nacht der Untoten: https://callofduty.fandom.com/wiki/Nacht_der_Untoten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важное разграничение для рассказа об источнике вдохновения: Nacht дала базовую петлю и атмосферу, а многие механики, знакомые по более поздним Zombies, были добавлены в следующих картах World at War — Verrückt, Shi No Numa и Der Riese.</a:t>
            </a:r>
          </a:p>
          <a:p/>
          <a:p>
            <a:r>
              <a:t>Источники:</a:t>
            </a:r>
          </a:p>
          <a:p>
            <a:r>
              <a:t>Call of Duty Wiki — Nacht der Untoten: https://callofduty.fandom.com/wiki/Nacht_der_Untoten</a:t>
            </a:r>
          </a:p>
          <a:p>
            <a:r>
              <a:t>Nazi Zombies Wiki — Nacht der Untoten: https://nazizombies.fandom.com/wiki/Nacht_der_Untoten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от Call of Duty к проекту — не попытка пересобрать Nacht один к одному. Заимствована узнаваемая структура выживания: волны, ресурсы, покупки, усиления и совместная борьба. Затем эта структура переведена в другой масштаб и технический формат. Главный экран показывает сформировавшийся продукт: Solo, Test Range, Multiplayer, достижения, гардероб, статистику, управление и настройки.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Хронология собрана по 77 коммитам с 2 по 24 октября 2026 года и пяти pull request. Слайды дальше сначала идут по времени, а затем сводят актуальные на 24 октября системы в единое целое.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playable build уже содержал четырёхкомнатный план, двадцать окон, покупки оружия у стены и навигацию орды через поле расстояний. В тот же день к циклу добавились генератор, восемь перков, Mystery Box в пяти возможных точках, Teddy Bear, семь пауэр-апов, верстак и четырёхдисковая пасхалка. Так прототип быстро получил не только арену, но и систему целей.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Pack-a-Punch стоит 5 000 очков в комнате радио — это уже переосмысление механики, знакомой по более поздним картам Zombies. Одновременно появились два слота переносимого оружия, ловушки и новые роли врагов, которые заставляют по-другому распоряжаться пространством.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первые дни карта перестала быть плоским набором комнат. Здание стало трёхэтажным: подвал / наземный бункер, L-образные казармы и чердак с крышей. Лестницы и подъёмы соединяют уровни, а позднее крыша получает собственную роль в финале.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крупная волна новых врагов добавила Helmeted, Napalm и Gasbag, затем Miner, Mimic, Field Medic и Amalgam / Fusion. Это ранний переход от просто растущего количества зомби к столкновениям с разными ролями.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Падение производительности проявлялось примерно к пятому раунду. Причина была в glowSprite(): двенадцать canvas и градиентов создавались каждый кадр, около 46 мегабайт временных данных в секунду. Решение сочетало уменьшенную разрешающую способность освещения, кэш текста HUD и регулятор качества.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этот этап вошёл адаптивный трёхслойный WebAudio-score и реверберация комнат. Это не просто набор файлов, проигрываемых по очереди: музыкальная система и звуковая среда проектируются внутри игры.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Кооператив строится на простом релейном сервере: хост остаётся авторитетом симуляции, а relay знает только комнаты и участников. Снимки мира отправляются 20 раз в секунду; комнату можно присоединить по пятибуквенному коду, в том числе посреди игры.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Мобильный режим — это не только добавление джойстика поверх Canvas. Одновременно появились отдельные сенсорные элементы и переоценка плотности меню, чтобы на телефоне можно было двигаться, целиться и выполнять действия без мыши.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Параллельно с кооперативом усилились инструменты и сама карта: добавлена изоляция эффектов по этажам, твёрдая мебель, световой фильтр, а также панели Controls и Debug. Они дали разработчику прямой способ проверять большой набор 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 12 октября проект прошёл через вторую и третью волны оружия и достиг 31 вида. Важно, что это не только коллекция названий: оружие взаимодействует со слотами, перезарядкой, покупками и Pack-a-Punch.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этот отрезок добавились Bonewright, Swarmling и Jammer, вкладка Zoo для просмотра противников, Test Range на отдельном полигоне и 36 достижений. Тренировочный режим делает итерацию по оружию и врагам воспроизводимой.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версия чердачного верстака добавила контракт полезности для рецептов и три предмета: Medkit, Armour Plate и Steel Shutters. В том же этапе появился watchdog для гостевого входа, чтобы не зависать бесконечно при неудачном подключении.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Haunt Round добавила восемь новых типов: Totem Bearer, Mourner, Wraith, Snowman, Arsonist, Witch, Shocker и Knight. Эта порция стала тематическим событием внутри общей системы раундов.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 темой Haunt пришли Storm и Fog, а также Loudspeaker с короткими репликами. Это подача атмосферы и намёков на историю — без вынесения мира в длинные кат-сцены.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 не обрывает игру автоматически: игроки доходят до раунда 25, активируют четыре маяка, подают зелёный сигнал и выдерживают две минуты до вертолёта. В кооперативе итог зависит от большинства голосов, а успешное завершение получает статус EVACUATED.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Радио стало не только источником атмосферы. Появились передачи и care packages, а починка радио на крыше за 25 единиц scrap запускает регулярные поставки раз в два раунда. Так exploration получает практическую награду.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кооперативе появились 60-секундное окно bleed-out, 10-секундное возрождение (5 секунд с Quick Revive), а также след присутствия игрока длительностью 45 секунд, влияющий на поле движения орды. Это добавляет совместную навигацию, а не только совместный огонь.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QA/security-аудит PR #4 исправил одиннадцать групп ошибок, добавил двадцать регрессионных тестов и довёл исторический набор harness-сценариев до 48. Отдельная 90-секундная проверка помогает заметить проблемы, проявляющиеся не на первом кадре.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этой итерации все 36 достижений получили пиксельные иконки. Система связывает цели забега с интерфейсом, а позднее становится источником разблокировки десяти образов персонажа.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 17 октября в игре было двадцать процедурных WebAudio-треков. Каждый описан как 128 тактов, разделённых на восемь частей; суммарно библиотека занимает 2 часа 22 минуты 34 секунды. Listening room позволяет тестировать музыку отдельно от забега.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Итоговый экран получил 22 строки ledger: раунд, убийства, точность, попадания в голову, очки, scrap, полученный урон, баррикады, крафты, ревивы и другие показатели. Сессия фиксируется при завершении, а эвакуация не смешивается с обычной смертью.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Навыки забега нельзя описывать как включённую функцию. Архитектура, карточки и сетевой перенос реализованы, но одна настройка SKILLS_ENABLED оставлена в false. Поэтому в текущей версии игрок не получает карточки и HUD не показывает навыки.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Долгоживущая статистика добавлена под ключом ndu.lifetime.v1. Смерть, эвакуация и уход в меню сохраняются ровно один раз; тренировочный режим исключён. Это локальный дневник, не серверная таблица лидеров.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Обновление 22 октября добавило десять образов, открываемых достижениями. Важно показать, что гардероб не только визуальный: у некоторых нарядов есть небольшой игровой бонус, описанный прямо в списке.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появился Dash с пятиисекундным перезарядом, затем обновился viewport: вместо жёстких чёрных полос игра показывает больше мира по вертикали или горизонтали. Настройка PICTURE SIZE отдельно меняет масштаб всей сцены.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крупная волна существ включила Beekeeper, Weaver, Bone Archer, Bulwark, Widow с отдельной фиолетовой полосой яда, Drummer, Sapper, Porter и The First. Это расширение ростера, а не замена прежних врагов.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игре девять вариантов Boss Warden; встреча происходит каждые пять раундов — 10, 15, 20 и так далее до 50. После циклического возврата здоровье получает прибавку 35 процентов, чтобы серия не обнуляла напряжение.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responsive-проходе появились кнопки BACK / CLOSE, пауза в верхнем левом углу, разделение flick и tap и тесты menutext на восьми размерах экрана. Это снижает число случаев, когда интерфейс технически виден, но физически неудобен.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конце истории улучшились и искусство, и отклик: перерисованы костяные скелеты, броня Knight, спрайты лука и барабана. Предварительный прогрев Test Range и спрайтов снизил задержку первого клика примерно со 124 до 7 миллисекунд.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Последний зафиксированный коммит 227241d завершил серию небольших, но важных улучшений: восстановление аудио, интерактивный статус-бар, вращение музыкальных тем, изоляция дропов и дыма по этажам, уточнение подписей костюмов и адресов 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текущем исходном дереве находится тридцать vanilla ES-модулей игры, а сервер написан отдельно в server.mjs. Внешней сборки нет: браузер загружает ES-модули, HTML и CSS непосредственно.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Процедурный подход связывает художественный стиль и архитектуру: спрайты создаются кодом, а WebAudio синтезирует музыкальные и звуковые материалы. Sprite sheet на иллюстрации — один из результатов такого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этой версии боевой цикл опирается на 31 вид оружия, два переносимых слота, восемь перков и семь power-up. Крафт и ловушки добавляют отдельное применение scrap и очков.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 сохраняет единый масштаб — 72 на 50 клеток — и включает наземный уровень, L-образный второй этаж, чердак и крышу. Верхний уровень не только декорация: там находятся верстак, радио и эвакуация.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Базовый прототип уже использовал Dijkstra flow field. Позже эта система стала учитывать среду и кооперативный след игрока: позиция команды влияет на то, откуда и по каким маршрутам приходит давление.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Сетевой слой намеренно прост: сервер не знает, как работают зомби, оружие или очки. Хост является авторитетом мира, а relay поддерживает комнату, пересылку и передачу роли хоста при отключении.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 моменту среза проект использует автоматические тесты и тестовый harness. Встроенный HTTP-сервер специально обслуживает ограниченный список файлов: исходник сервера, package.json и .git не должны становиться публичными ресурсами.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Полная петля связывает краткосрочную оборону, рост возможностей и решение об окончании забега. Эвакуация — необязательный финал, который становится доступен после раунда 25 и запускается через четыре маяка, сигнал и ожидание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24 октября 2026 года в проекте 44 типа врагов, включая девять Wardens, 31 оружие, восемь перков, семь пауэр-апов, 36 достижений, десять образов и двадцать процедурных саундтреков. Run skills подготовлены, но выключены флагом SKILLS_ENABLED.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жанровое вдохновение обернулось самостоятельной игрой, а не копией конкретной карты. История завершена на актуальном срезе 24 октября 2026 года. Дальнейшие предложения в IDEAS.md — это roadmap, а не выполненные функции. Источники: Call of Duty Wiki и Nazi Zombies Wiki по Nacht; репозиторий AtesiT/zombies-game-cod, README, docs/PERF.md, docs/MUSIC.md, docs/QA_REPORT.md, docs/IDEAS.md; история PR #1–#5.</a:t>
            </a:r>
          </a:p>
          <a:p/>
          <a:p>
            <a:r>
              <a:t>Источники:</a:t>
            </a:r>
          </a:p>
          <a:p>
            <a:r>
              <a:t>Call of Duty Wiki — Nacht der Untoten: https://callofduty.fandom.com/wiki/Nacht_der_Untoten</a:t>
            </a:r>
          </a:p>
          <a:p>
            <a:r>
              <a:t>Nazi Zombies Wiki — Nacht der Untoten: https://nazizombies.fandom.com/wiki/Nacht_der_Untoten</a:t>
            </a:r>
          </a:p>
          <a:p>
            <a:r>
              <a:t>Репозиторий и документация проекта: https://github.com/AtesiT/zombies-game-cod</a:t>
            </a:r>
          </a:p>
          <a:p>
            <a:r>
              <a:t>История обновлений: PR #1–#5: https://github.com/AtesiT/zombies-game-cod/pulls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allofduty.fandom.com/wiki/Nacht_der_Untoten" TargetMode="External"/><Relationship Id="rId3" Type="http://schemas.openxmlformats.org/officeDocument/2006/relationships/hyperlink" Target="https://nazizombies.fandom.com/wiki/Nacht_der_Untoten" TargetMode="External"/><Relationship Id="rId4" Type="http://schemas.openxmlformats.org/officeDocument/2006/relationships/hyperlink" Target="https://github.com/AtesiT/zombies-game-cod" TargetMode="External"/><Relationship Id="rId5" Type="http://schemas.openxmlformats.org/officeDocument/2006/relationships/hyperlink" Target="https://github.com/AtesiT/zombies-game-cod/pulls" TargetMode="External"/><Relationship Id="rId6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menu.png"/>
          <p:cNvPicPr>
            <a:picLocks noChangeAspect="1"/>
          </p:cNvPicPr>
          <p:nvPr/>
        </p:nvPicPr>
        <p:blipFill>
          <a:blip r:embed="rId2"/>
          <a:srcRect l="21250" r="21250"/>
          <a:stretch>
            <a:fillRect/>
          </a:stretch>
        </p:blipFill>
        <p:spPr>
          <a:xfrm>
            <a:off x="5879592" y="0"/>
            <a:ext cx="630936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32120" y="0"/>
            <a:ext cx="1005840" cy="6858000"/>
          </a:xfrm>
          <a:prstGeom prst="rect">
            <a:avLst/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694944"/>
            <a:ext cx="59436" cy="457200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13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5">
                <a:solidFill>
                  <a:srgbClr val="E7BF69"/>
                </a:solidFill>
                <a:latin typeface="Aptos"/>
              </a:rPr>
              <a:t>ПРОЕКТ · СРЕЗ НА 24 ОКТЯБРЯ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36192"/>
            <a:ext cx="544068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F8F5EA"/>
                </a:solidFill>
                <a:latin typeface="Aptos Display"/>
              </a:rPr>
              <a:t>TOP-DOWN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04288"/>
            <a:ext cx="5577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D75C42"/>
                </a:solidFill>
                <a:latin typeface="Aptos Display"/>
              </a:rPr>
              <a:t>ZOMBIE SHOOTER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82112"/>
            <a:ext cx="4498848" cy="22860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438144"/>
            <a:ext cx="5074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8F5EA"/>
                </a:solidFill>
                <a:latin typeface="Aptos Display"/>
              </a:rPr>
              <a:t>От первой комнаты — к целой ночи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97680"/>
            <a:ext cx="48920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5A28F"/>
                </a:solidFill>
                <a:latin typeface="Aptos"/>
              </a:rPr>
              <a:t>Как вдохновение Call of Duty: Zombies превратилось в самостоятельный top-down survival shooter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340096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7BF69"/>
                </a:solidFill>
                <a:latin typeface="Aptos"/>
              </a:rPr>
              <a:t>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724144"/>
            <a:ext cx="15727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17D82"/>
                </a:solidFill>
                <a:latin typeface="Aptos"/>
              </a:rPr>
              <a:t>коммитов в истории проекта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5340096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7BF69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4" y="5724144"/>
            <a:ext cx="15727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17D82"/>
                </a:solidFill>
                <a:latin typeface="Aptos"/>
              </a:rPr>
              <a:t>этапов / pull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5340096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7BF69"/>
                </a:solidFill>
                <a:latin typeface="Aptos"/>
              </a:rPr>
              <a:t>02—24.10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5724144"/>
            <a:ext cx="15727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17D82"/>
                </a:solidFill>
                <a:latin typeface="Aptos"/>
              </a:rPr>
              <a:t>хронология разработки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651052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8">
                <a:solidFill>
                  <a:srgbClr val="717D82"/>
                </a:solidFill>
                <a:latin typeface="Aptos"/>
              </a:rPr>
              <a:t>ИСТОРИЯ РАЗРАБОТКИ · 02—24 ОКТЯБРЯ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52176" y="649224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01 /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01 · ИСТОКИ / CALL OF DUTY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Зомби-режим, который начинался как тайна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Nacht der Untoten задала простую цель: выдержать ещё одну волну — и не дать бункеру пасть.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11 ноября 2008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Call of Duty: World at War выходит с бонусным режимом Zombies.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После кампании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Секретная карта Nacht открывалась после миссии Downfall.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Одна задача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Выживать в кооперативе, удерживая оборону против бесконечной орды.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02  / 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01 · ИСТОКИ / ПРОСТРАНСТВО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Nacht: маленький бункер, большой ритм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Три комнаты и несколько окон превращают маршрут в главный ресурс игрока.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Заброшенный аэродром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Немецкий бункер — тесная арена, в которой легко потерять безопасную позицию.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Три комнаты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Стартовая, Help Room и верхняя комната открываются по мере накопления очков.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Пять окон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В стартовой комнате забитые проёмы делают оборону активным делом, а не укрытием.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03  / 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01 · ИСТОКИ / ЭКОНОМИКА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Три комнаты — три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Цена открытия меняет маршрут, а настенные покупки дают контроль над риском.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Стартовая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Kar98k — 200 очков; M1A1 Carbine — 600.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Help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Дверь — 1 000; Thompson и двуствольный дробовик — по 1 200.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Верхняя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Дверь — 1 000; BAR и Trench Gun внутри; шкаф со снайперской винтовкой — 1 500.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04  / 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01 · ИСТОКИ / ОЧКИ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Очки превращают бой в экономику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Каждое столкновение становится выбором между текущей безопасностью и будущей покупкой.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Разные награды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В исторической системе встречаются ступени +10, +60, +100 и +130 очков.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Куда потратить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Двери, оружие и Mystery Box конкурируют за один и тот же запас.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Окна — пауза с пользой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Пока орда не прорвала оборону, у игрока остаётся короткая работа между атаками.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05  / 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01 · ИСТОКИ / СЛУЧАЙНЫЙ НАГРАДОЙ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Mystery Box: заплатить за шанс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Вместо гарантированного ствола — короткая ставка на случайность и надежда на wonder weapon.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Фиксированная цена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Один запуск коробки в Nacht стоит 950 очков.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Содержимое неизвестно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Ящик выдаёт случайное оружие: игрок меняет предсказуемость на шанс.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Ray Gun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Первое wonder-оружие превращает удачу в заметный скачок силы.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06  / 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01 · ИСТОКИ / ПАУЭР-АПЫ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Четыре пауэр-апа меняют темп волны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Короткое событие может перевернуть плохую позицию — но лишь на время.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Max Ammo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Пополняет боезапас и снимает давление нехватки патронов.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Insta-Kill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Временно делает убийство зомби мгновенным.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Double Points · Nuke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Удваивает заработок или очищает текущую орду; это четыре оригинальных бонуса Nacht.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07  / 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01 · ИСТОКИ / РАЗВИТИЕ СЕРИИ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Формула росла после Nacht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Знакомые элементы не все появились в первой карте: классика Zombies расширялась поэтапно.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Новые карты WaW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Perks и переключатели питания пришли в последующих картах 2009 года.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Больше контроля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Ловушки, Hellhounds и перемещающийся Mystery Box добавили новые ответы орде.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Der Riese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Pack-a-Punch за 5 000 очков стал поздним шагом эволюции серии, не механикой исходной Nacht.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08  / 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02 · СВОЯ ИГРА / КОНЦЕПЦИЯ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Взята формула — создан свой мир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2D survival-wave shooter в одном большом здании: от подвала до крыши, от первой волны до эвакуации.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818387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Сохранить формулу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397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Раунды, давление орды, ограниченную экономику и кооператив.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976372"/>
            <a:ext cx="41148" cy="818387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21508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3182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Сменить масштаб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51860"/>
            <a:ext cx="4818888" cy="397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Вид сверху и вертикальное здание вместо копирования карты Nacht.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032504"/>
            <a:ext cx="41148" cy="818387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87952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Своя подача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07992"/>
            <a:ext cx="4818888" cy="397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Vanilla JS, Canvas, процедурная графика и синтезируемый звук.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088636"/>
            <a:ext cx="41148" cy="818387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3377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4408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Своя история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64123"/>
            <a:ext cx="4818888" cy="397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Собственные имена, код, музыка и маршрут развития игры.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1_menu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72784" y="1993392"/>
            <a:ext cx="2020824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034540"/>
            <a:ext cx="1801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ОСЕНЬ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Главное меню объединяет режимы, прогресс и настройки.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09  / 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03 · ХРОНОЛОГИЯ / 02—24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Путь проекта — четыре волны изменений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От рабочего прототипа до отполированного кооперативного survival-run за 23 дня истории Git.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856231"/>
            <a:ext cx="10241280" cy="32004"/>
          </a:xfrm>
          <a:prstGeom prst="rect">
            <a:avLst/>
          </a:prstGeom>
          <a:solidFill>
            <a:srgbClr val="485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11095" y="1755648"/>
            <a:ext cx="219456" cy="219456"/>
          </a:xfrm>
          <a:prstGeom prst="roundRect">
            <a:avLst>
              <a:gd name="adj" fmla="val 8000"/>
            </a:avLst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066543"/>
            <a:ext cx="2542032" cy="3200400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267712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478024"/>
            <a:ext cx="21396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02 окт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182111"/>
            <a:ext cx="213969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Бункер, окна, очки, генератор, перки, коробка и крафт.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4296" y="1755648"/>
            <a:ext cx="219456" cy="219456"/>
          </a:xfrm>
          <a:prstGeom prst="roundRect">
            <a:avLst>
              <a:gd name="adj" fmla="val 8000"/>
            </a:avLst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008" y="2066543"/>
            <a:ext cx="2542032" cy="3200400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75887" y="2267712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78024"/>
            <a:ext cx="21396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03—12 окт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182111"/>
            <a:ext cx="213969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Три этажа, оптимизация, новые враги, музыка, LAN-кооп и Test Range.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755648"/>
            <a:ext cx="219456" cy="219456"/>
          </a:xfrm>
          <a:prstGeom prst="roundRect">
            <a:avLst>
              <a:gd name="adj" fmla="val 8000"/>
            </a:avLst>
          </a:prstGeom>
          <a:solidFill>
            <a:srgbClr val="83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2066543"/>
            <a:ext cx="2542032" cy="3200400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19088" y="2267712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478024"/>
            <a:ext cx="21396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15—17 окт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182111"/>
            <a:ext cx="213969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Haunt, эвакуация, radio events, QA, достижения, музыка и мета-статистика.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0696" y="1755648"/>
            <a:ext cx="219456" cy="219456"/>
          </a:xfrm>
          <a:prstGeom prst="roundRect">
            <a:avLst>
              <a:gd name="adj" fmla="val 8000"/>
            </a:avLst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79408" y="2066543"/>
            <a:ext cx="2542032" cy="3200400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62288" y="2267712"/>
            <a:ext cx="320040" cy="36576"/>
          </a:xfrm>
          <a:prstGeom prst="rect">
            <a:avLst/>
          </a:prstGeom>
          <a:solidFill>
            <a:srgbClr val="83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2478024"/>
            <a:ext cx="21396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22—24 окт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3182111"/>
            <a:ext cx="213969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Костюмы, Dash, Wardens, responsive UI, новые спрайты и полировка.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14416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BF69"/>
                </a:solidFill>
                <a:latin typeface="Aptos"/>
              </a:rPr>
              <a:t>77 КОММИТОВ · 5 PR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10  / 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03 · ХРОНОЛОГИЯ / 02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Первые сутки: от бункера к системам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Рабочий прототип сразу соединяет геометрию, движение орды и первые цели прогрессии.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818387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A / B / C /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397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Четыре зоны, 20 окон и настенные покупки собирают базовую арену.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976372"/>
            <a:ext cx="41148" cy="818387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21508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3182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Путь орды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51860"/>
            <a:ext cx="4818888" cy="397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Dijkstra flow field направляет зомби к игроку.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032504"/>
            <a:ext cx="41148" cy="818387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87952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Генератор и 8 перков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07992"/>
            <a:ext cx="4818888" cy="397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Питание здания и постоянные бонусы добавляют долгосрочные решения.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088636"/>
            <a:ext cx="41148" cy="818387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3377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4408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Коробка и секреты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64123"/>
            <a:ext cx="4818888" cy="397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Пять точек Mystery Box, Teddy Bear, семь пауэр-апов, верстак и четырёхдисковая пасхалка.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2_dark_bunker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02.10.2026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Ранняя петля: ориентироваться, держать окна и открывать системы карты.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11  / 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03 · ХРОНОЛОГИЯ / 02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Pack-a-Punch, слоты и ловушки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Ресурсы начинают усиливать не только игрока, но и саму арену.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Улучшение оружия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Pack-a-Punch в радио-комнате стоит 5 000 очков.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Два ствола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Оружие хранится в двух слотах; 1 / 2 / Q переключают выбор.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Защита карты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Три ловушки по 500 очков; в орду добавлены Crawler и Shrieker.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9_pap_wonder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02.10.2026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Оружие, усиленное в Pack-a-Punch, и wonder-оружие в одном забеге.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12  / 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04 · КАРТА / 03—04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Бункер растёт вверх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Вместо отдельного этажа-зоны — единое здание, которое раскрывается вертикально.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72 × 50 клеток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Единый план здания задаёт масштаб карты.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Три уровня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Наземный бункер → казармы второго этажа → чердак и крыша.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Связи между этажами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Лестницы и подъёмы добавляют маршруты, высоту и точки риска.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5_second_floor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03—04.10.2026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Казармы и переходы на втором этаже.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13  / 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04 · ВРАГИ / 03—04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Враги начинают требовать разных ответов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Новые архетипы разрушают привычку решать каждую волну одним и тем же способом.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Helmeted · Napalm · Gasbag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Броня, огонь и токсичная угроза меняют дистанцию и приоритет целей.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Miner · Mimic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Новые типы добавляют неожиданность и отдельные роли в орде.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Field Medic · Amalgam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Поддержка и слияние расширяют тактический состав врагов.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5_debug_zoo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03—04.10.2026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Внутренний Zoo показывает рост и разнообразие ростера.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14  / 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04 · ИНЖЕНЕРИЯ / 03—04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Оптимизация — тоже обновление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Раунд 5 обнаружил не балансную проблему, а утечку памяти в горячем пути рендера.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Диагноз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glowSprite() создавала 12 canvas и градиентов на кадр — около 46 МБ/с.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Исправление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Half-res lighting, кэш текста HUD и quality governor сняли лишнюю работу.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Длинный забег получил более стабильный рендер и запас по качеству.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2_dark_bunker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03—04.10.2026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38912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 w="10160">
            <a:solidFill>
              <a:srgbClr val="4A5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448056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5EA"/>
                </a:solidFill>
                <a:latin typeface="Aptos"/>
              </a:rPr>
              <a:t>≈46 МБ/с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4800600"/>
            <a:ext cx="18470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A5A28F"/>
                </a:solidFill>
                <a:latin typeface="Aptos"/>
              </a:rPr>
              <a:t>временных canvas/градиентов до исправления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Световой слой остаётся частью визуального языка, но больше не пересоздаётся без контроля.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15  / 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05 · ЗВУК / 09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Атмосфера стала реагировать на игру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Фоновая музыка и акустика комнаты перестали быть неподвижным слоем.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Три музыкальных слоя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Адаптивный WebAudio-score меняет плотность и ощущение сцены.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Реверберация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Комната получает собственный акустический оттенок.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Всё в коде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Звук синтезируется WebAudio без внешних музыкальных файлов.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2_debug_music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09—12.10.2026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Внутренняя музыкальная библиотека и управление воспроизведением.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16  / 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05 · КООП / 09—12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Кооп работает по локальной сети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Один игрок запускает симуляцию, остальные присоединяются и получают состояние мира.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WebSocket relay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Связь без сторонних зависимостей; сервер пересылает сообщения комнаты.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20 снимков в секунду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Хост симулирует игру и отправляет гостям сетевые snapshots.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12 игроков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Пятибуквенные комнаты поддерживают вход посреди раунда.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22_coop_menu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09—12.10.2026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Хост и присоединение к комнате доступны из меню.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17  / 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05 · ДОСТУПНОСТЬ / 09—12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Телефон становится полноценной платформой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Экранные стики и кнопки появились вместе с переосмыслением масштаба интерфейса.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Слева — движение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Виртуальный стик управляет перемещением.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Справа — бой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Отдельные элементы управления отвечают за прицеливание и действия.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Настройка режима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Сенсорная панель включается автоматически и подстраивается под экран.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8_controls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09—12.10.2026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Экранная схема помогает освоить клавиши и сенсорные действия.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18  / 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05 · ИНСТРУМЕНТЫ / 09—12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Отделение этажей и инструменты отладки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Чем сложнее мир, тем важнее видеть, что именно делает каждая система.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Изоляция эффектов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Эффекты отделяются по этажам, чтобы переход не смешивал визуальные слои.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Интерактивная среда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Мебель получает физические границы, а освещение — отдельный фильтр.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Controls и Debug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Системные панели ускоряют настройку, проверку и поиск проблем.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7_settings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09—12.10.2026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Параметры графики, управления и удобства вынесены в отдельную панель.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19  / 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05 · БОЙ / 09—12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Арсенал вырос до 31 оружия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Три волны оружейных изменений расширили выбор от простых стеновых покупок до особых стволов.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Разные профили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Оружие отличается темпом стрельбы, магазином, перезарядкой и ролью.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Два переносимых слота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Выбор между оружием в руках остаётся частью стратегии забега.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Пакетный рост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Вторая и третья волны довели каталог до 31 единицы.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9_pap_wonder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09—12.10.2026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38912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 w="10160">
            <a:solidFill>
              <a:srgbClr val="4A5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448056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5EA"/>
                </a:solidFill>
                <a:latin typeface="Aptos"/>
              </a:rPr>
              <a:t>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4800600"/>
            <a:ext cx="18470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A5A28F"/>
                </a:solidFill>
                <a:latin typeface="Aptos"/>
              </a:rPr>
              <a:t>вид оружия в арсенале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Наглядный итог цепочки: купить, выбрать, улучшить и использовать.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20  / 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05 · ПРОВЕРКА / 09—12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Zoo и Test Range дают безопасную проверку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Ростер и баланс удобнее исследовать там, где игроку не мешает очередная волна.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Bonewright · Swarmling · Jammer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Новые противники получают собственные записи в каталоге Zoo.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Test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Полигон позволяет проверять оружие и реакцию на цель отдельно от обычного забега.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36 достижений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Долгие цели и события получают отдельный каталог.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8_test_range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09—12.10.2026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Test Range отделяет проверку оружия от живого survival-забега.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21  / 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06 · ВЕРСТАК / 15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Верстак 2.0: крафт становится полезным выбором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Новые рецепты должны не просто существовать, а закрывать конкретную потребность забега.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Контракт useful()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Рецепт учитывает, полезен ли предмет в текущем состоянии игрока.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Medkit и Armour 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Лечение и запас прочности дают ответы на разные угрозы.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Steel Shutters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Усиленные ставни превращают scrap в долгосрочную оборону окон.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4_workbench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15.10.2026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Верстак: очки и scrap превращаются в решения о выживании.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22  / 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06 · РАУНД / 15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The Haunt — особая ночь внутри забега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Отдельная волна получает собственную палитру угроз, а не просто повышенное здоровье врагов.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Восемь образов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Totem Bearer, Mourner, Wraith и Snowman.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Ещё четыре роли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Arsonist, Witch, Shocker и Knight расширяют ночной roster.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Событие с характером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Haunt обозначает отдельный ритм и визуальную тональность волны.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20_haunt_totem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15.10.2026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Визуальный язык Haunt выделяет особую встречу.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23  / 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06 · АТМОСФЕРА / 15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Погода и громкоговоритель оживляют карту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Здание начинает звучать так, будто у него есть прошлое и кто-то всё ещё наблюдает.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Storm и Fog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Гроза и туман меняют атмосферу сцены.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Loudspeaker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Громкоговоритель передаёт короткие сообщения и фрагменты контекста.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Мир отвечает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Погода и радио создают паузы и контраст между боями.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roof_evac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15.10.2026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Дождь, радио и крыша связывают игровую механику с настроением.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24  / 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06 · ФИНАЛ / 16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Крыша становится финальной целью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На 25-м раунде выживание получает вариант завершиться общей эвакуацией.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Условие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Дойти до Round 25 и активировать четыре маяка.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Зелёный фальшфейер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После сигнала начинается двухминутное ожидание вертолёта.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Решение команды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В кооперативе посадка запускается по голосованию большинства.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4_evacuated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16.10.2026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EVACUATED — новая концовка забега, а не просто экран поражения.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25  / 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06 · СЮЖЕТ / 16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Радио и ящики снабжения связывают раунды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Между атаками появляются маленькие задачи, которые поддерживают долгую сессию.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Радиосообщения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Передачи раскрывают тревожный контекст карты короткими фрагментами.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Care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События по радио могут направить игроков к ящикам снабжения.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Починка на крыше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За 25 scrap можно восстановить радио и получать поставки каждые два раунда.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4_workbench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16.10.2026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Системные сообщения и задачи появляются прямо внутри игрового мира.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26  / 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06 · КООП / 16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5EA"/>
                </a:solidFill>
                <a:latin typeface="Aptos Display"/>
              </a:rPr>
              <a:t>Кооп получает правила спасения и командного движения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Сеть — это не только соединение: нужны понятные состояния, сроки и способы помочь.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Bleed-out: 60 секунд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Сбитый игрок получает время на помощь команды.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Возрождение: 10 / 5 секунд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Канал удержания длится 10 секунд или 5 с Quick Revive.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След игрока: 45 секунд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Кооп-след направляет flow field орды к актуальному движению команды.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22_coop_menu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16.10.2026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Командные правила встроены в основной цикл выживания.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27  / 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07 · КАЧЕСТВО / 16—17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Аудит находит ошибки до следующего расширения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Перед новым контентом проект проходит отдельный цикл безопасности и регрессии.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11 групп багов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Исправлены проблемы сетевого состояния, управления, прогресса и интерфейсов.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20 новых тестов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Регрессии закреплены автоматическими проверками.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48 harness-сценариев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К ним добавлены проверки длительного запуска и сетевых случаев.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870448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7BF69"/>
                </a:solidFill>
                <a:latin typeface="Aptos"/>
              </a:rPr>
              <a:t>11 / 20 / 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5907024"/>
            <a:ext cx="73152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17D82"/>
                </a:solidFill>
                <a:latin typeface="Aptos"/>
              </a:rPr>
              <a:t>групп багов · тестов · harness-сценариев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28  / 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07 · ПРОГРЕСС / 17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Достижения получают собственный пиксельный язык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36 долгих целей становятся видимой частью интерфейса, а не скрытыми флагами.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Полный набор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Для всех 36 достижений созданы пиксельные значки.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Связь с прогрессом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Игрок видит, что открыл и какое условие ещё впереди.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Фундамент гардероба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Часть наград за достижения позже открывает образы персонажа.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0_achievements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17.10.2026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36 достижений получили уникальную пиксельную подачу.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29  / 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07 · ЗВУК / 17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В игре появляется своя музыкальная библиотека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Музыка проектируется как процедурная система, а не набор внешних аудиофайлов.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20 саундтреков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Каждый состоит из 128 тактов и восьми частей.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2 ч 22 мин 34 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Суммарная длительность каталога при полном прослушивании.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Listening 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Музыку можно исследовать отдельно, а система поддерживает смену состояния.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2_debug_music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17.10.2026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38912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 w="10160">
            <a:solidFill>
              <a:srgbClr val="4A5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448056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5EA"/>
                </a:solidFill>
                <a:latin typeface="Aptos"/>
              </a:rPr>
              <a:t>2:22:34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4800600"/>
            <a:ext cx="18470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A5A28F"/>
                </a:solidFill>
                <a:latin typeface="Aptos"/>
              </a:rPr>
              <a:t>общая длительность 20 процедурных треков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Каталог показывает треки и позволяет управлять воспроизведением.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30  / 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07 · ИТОГИ / 17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Финальный экран превращается в отчёт о забеге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Игра запоминает не только победу или поражение, но и то, как игрок к ним пришёл.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22 строки итогов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Раунд, убийства, попадания, очки, scrap, урон, крафт и помощь команде.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Один забег — одна запись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Смерть, эвакуация и выход фиксируют завершённый 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Разные концовки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Экран EVACUATED сохраняет отдельную отметку об эвакуации.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6_evac_summary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17.10.2026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Личный ledger превращает забег в набор конкретных результатов.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31  / 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07 · НАВЫКИ / 17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Навыки забега: добавлены, но пока отключены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Важный статус проекта: система существует, однако не входит в активный цикл забега.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16 карточек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Пул run skills подготовлен для выбора каждые пять волн.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Только на один забег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Навыки временные и не заменяют перки, приобретаемые на карте.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Флаг выключен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SKILLS_ENABLED = false: карты, HUD и эффекты сейчас не активны.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87959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7D82"/>
                </a:solidFill>
                <a:latin typeface="Aptos"/>
              </a:rPr>
              <a:t>17.10.2026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32  / 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07 · МЕТА-ПРОГРЕСС / 17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Статистика переживает отдельную ночь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Все завершённые забеги пополняют локальный дневник игрока.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localStorage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Данные хранятся на устройстве в ключе ndu.lifetime.v1.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Сводка и детали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Всего 24 показателя: ночи, убийства, точность, scrap, урон и помощь.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Практика отдельно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Забег на Test Range не попадает в постоянную статистику.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1_stats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17.10.2026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All-time statistics разделяет историю ночей и боевые показатели.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33  / 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08 · ПЕРСОНАЖ / 22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5EA"/>
                </a:solidFill>
                <a:latin typeface="Aptos Display"/>
              </a:rPr>
              <a:t>Десять образов добавляют характер и лёгкие бонусы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Косметическая прогрессия привязана к достижениям, а не к отдельной экономике.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10 outfits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Образы открываются через достижения и доступны в гардеробе.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Бонусы сдержанные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Например, скорость, перезарядка, здоровье или добыча scrap.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Проверяемый статус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Каждый вариант показывает, открыт ли он и что делает.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9_outfits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22.10.2026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Гардероб показывает условие и эффект каждого образа.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34  / 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08 · ДВИЖЕНИЕ / 22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5EA"/>
                </a:solidFill>
                <a:latin typeface="Aptos Display"/>
              </a:rPr>
              <a:t>Dash и масштаб экрана подстраивают игру под игрока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Короткий рывок добавляет мобильности, а картинка больше не обязана быть 800 × 500.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Shift · Dash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Рывок примерно на одну клетку; повторная готовность через 5 секунд.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Динамический viewport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Экран получает форму телефона, ноутбука или широкого монитора.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PICTURE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Четыре шага масштаба позволяют выбрать читаемость и обзор.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7_settings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22.10.2026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Размер изображения выбирается внутри игры.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35  / 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08 · РОСТЕР / 22—23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Вторая волна существ добавляет новые роли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Противники отличаются не только видом: они создают разные задачи для оружия и позиции.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Beekeeper · Weaver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Рой и паутина добавляют угрозы контроля пространства.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Bone Archer · Bulwark · Widow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Дистанция, защита и яд заставляют менять приоритет целей.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Drummer · Sapper · Porter · The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Поддержка, давление и уникальная роль босса завершают новую волну.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5_debug_zoo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22—23.10.2026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Zoo помогает сверять новые силуэты и поведение врагов.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36  / 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08 · БОССЫ / 23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5EA"/>
                </a:solidFill>
                <a:latin typeface="Aptos Display"/>
              </a:rPr>
              <a:t>Девять Wardens превращают каждые пять волн в проверку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Босс — событие, которое задаёт ритм всей следующей части забега.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Раунды 10–50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Warden появляется на каждом пятом раунде в этом диапазоне.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Цикл продолжается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После 50-го раунда набор повторяется.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Сложнее с циклом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При новом цикле здоровье увеличивается ещё на 35%.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7_boss_colonel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23.10.2026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38912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 w="10160">
            <a:solidFill>
              <a:srgbClr val="4A5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448056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5EA"/>
                </a:solidFill>
                <a:latin typeface="Aptos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4800600"/>
            <a:ext cx="18470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A5A28F"/>
                </a:solidFill>
                <a:latin typeface="Aptos"/>
              </a:rPr>
              <a:t>вариантов Wardens · встречи каждые 5 раундов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Boss Warden отмечен отдельной полосой здоровья.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37  / 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08 · МОБИЛЬНЫЙ UI / 23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5EA"/>
                </a:solidFill>
                <a:latin typeface="Aptos Display"/>
              </a:rPr>
              <a:t>Телефонный интерфейс: меньше промахов и случайных нажатий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Каждое меню проверено на узком экране, а жест прокрутки отделён от выбора.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BACK / 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Полноэкранные панели получают видимую кнопку выхода.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Пауза сверху слева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Кнопка не конфликтует с правой мини-картой и краями экрана.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Flick ≠ tap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Прокрутка списка не должна случайно выбрать строку или переключить настройку.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8_controls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23.10.2026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Управление и выход из панели остаются видимыми на маленьком экране.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38  / 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08 · ВИЗУАЛ / 23—24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5EA"/>
                </a:solidFill>
                <a:latin typeface="Aptos Display"/>
              </a:rPr>
              <a:t>Спрайты перерисованы, тяжёлые ресурсы прогреты заранее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Последние изменения улучшают читаемость и убирают заметное ожидание при первом клике.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Новые силуэты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Перерисованы костяные враги, броня Knight, лук и барабан.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Предзагрузка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Range и спрайты готовятся заранее, а не в момент первого показа.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124 → 7 мс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Время первого клика сократилось после pre-warm оптимизации.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3_sprites.png"/>
          <p:cNvPicPr>
            <a:picLocks noChangeAspect="1"/>
          </p:cNvPicPr>
          <p:nvPr/>
        </p:nvPicPr>
        <p:blipFill>
          <a:blip r:embed="rId2"/>
          <a:srcRect l="4002" r="4002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139696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9202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23—24.10.2026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389120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 w="10160">
            <a:solidFill>
              <a:srgbClr val="4A5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4480560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5EA"/>
                </a:solidFill>
                <a:latin typeface="Aptos"/>
              </a:rPr>
              <a:t>124 → 7 мс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4800600"/>
            <a:ext cx="18470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A5A28F"/>
                </a:solidFill>
                <a:latin typeface="Aptos"/>
              </a:rPr>
              <a:t>задержка первого клика после прогрева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Процедурные спрайты строятся из небольших пиксельных блоков.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39  / 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08 · ПОЛИРОВКА / 24 ОКТЯБРЯ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Финальный проход связывает звук, эффекты и кооп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Небольшие правки делают готовую игру последовательнее на всех этажах и экранах.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Звук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Аудио получает восстановление после ошибок, интерактивный статус и ротацию музыки меню/забега.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Эффекты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Дропы и дым изолируются по этажам; детали костюмов получают подписи.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Сетевые интерфейсы подписаны понятнее, чтобы выбрать нужный адрес.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2_debug_music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24.10.2026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Музыкальный интерфейс стал частью диагностики и повседневного использования.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40  / 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09 · АРХИТЕКТУРА / ПОД КАПОТОМ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5EA"/>
                </a:solidFill>
                <a:latin typeface="Aptos Display"/>
              </a:rPr>
              <a:t>Архитектура: маленькое ядро, много игровых модулей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Проект остаётся vanilla ES modules: без сборщика и без runtime-зависимостей.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30 модулей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Игровые системы разделены на файлы в src/.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HTML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Canvas отвечает за 2D-рендер, UI и пиксельную сцену.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Нулевые зависимости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Статический сервер запускает проект напрямую и может обслуживать LAN-кооп.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87959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7D82"/>
                </a:solidFill>
                <a:latin typeface="Aptos"/>
              </a:rPr>
              <a:t>СОСТОЯНИЕ НА 24.10.2026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41  / 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09 · ГРАФИКА / ЗВУК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Графика и звук рождаются внутри кода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Проект не опирается на пакет внешних ассетов: визуальный стиль и звук процедурные.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Пиксель-арт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Персонажи, враги, оружие и эффекты описаны процедурно.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WebAudio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Музыка и звуковые слои генерируются в браузере.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Лёгкий старт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В репозитории нет отдельного каталога игровых текстур и аудиофайлов.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3_sprites.png"/>
          <p:cNvPicPr>
            <a:picLocks noChangeAspect="1"/>
          </p:cNvPicPr>
          <p:nvPr/>
        </p:nvPicPr>
        <p:blipFill>
          <a:blip r:embed="rId2"/>
          <a:srcRect l="4002" r="4002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267712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20482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СОСТОЯНИЕ НА 24.10.2026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Фрагмент набора персонажей и оружия, отрисованного из кода.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42  / 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09 · БОЕВАЯ ПЕТЛЯ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Бой строится на выборе ресурса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Забег связывает четыре решения: чем стрелять, что улучшать, где держаться и когда тратить.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31 оружие · 2 слота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Игрок собирает пару стволов и выбирает момент переключения.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8 перков · 7 бонусов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Покупки и короткие усиления меняют экономику следующей волны.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Крафт · ловушки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Очки и scrap работают на игрока, оборону и карту.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87959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7D82"/>
                </a:solidFill>
                <a:latin typeface="Aptos"/>
              </a:rPr>
              <a:t>СОСТОЯНИЕ НА 24.10.2026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43  / 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09 · ПРОСТРАНСТВО / МАРШРУТЫ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Три этажа — одна связанная арена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Вертикальность создаёт опасные переходы и даёт игроку пространство для выбора маршрута.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Ground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Бункер и основная стартовая экономика.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Second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Казармы и промежуточные маршруты через лестницы.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Attic &amp; 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Чердак, верстак, радио и площадка финальной эвакуации.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5_second_floor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267712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20482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СОСТОЯНИЕ НА 24.10.2026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Лестницы связывают уровни в один маршрут.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44  / 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09 · AI ОРДЫ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Орда читает позицию, а не только расстояние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Поле пути превращает перемещение игрока в часть поведения врагов.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Dijkstra flow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Зомби движутся по общему полю стоимости к текущей цели.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Карта меняет путь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Окна, двери и этажи создают разные точки подхода.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Кооп-след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45-секундный след игрока помогает направлять орду к группе.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87959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7D82"/>
                </a:solidFill>
                <a:latin typeface="Aptos"/>
              </a:rPr>
              <a:t>СОСТОЯНИЕ НА 24.10.2026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45  / 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09 · СЕТЬ / 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Кооп не требует отдельного игрового сервера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Хост запускает симуляцию, а relay передаёт события и состояние между участниками.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Zero-dependency relay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Связь работает через WebSocket и встроенный server.mjs.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До 12 игроков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Игровая комната остаётся локальной; сервер не управляет боем.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Сеть как сервис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Гости могут войти по коду и присоединиться посреди раунда.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22_coop_menu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267712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20482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СОСТОЯНИЕ НА 24.10.2026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Лобби описывает комнату и статус relay.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46  / 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09 · НАДЁЖНОСТЬ /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Проверки встроены в темп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Тесты закрывают не только функции, но и границы серверной поверхности.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320040" cy="3657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20 регрессионных проверок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Зафиксированы ошибки, найденные аудитом.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212848"/>
            <a:ext cx="320040" cy="3657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48 harness suites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Сценарии покрывают бой, кооп, этажи и долгие прогоны.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56432" cy="3584448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1" y="2212848"/>
            <a:ext cx="320040" cy="3657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5409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F8F5EA"/>
                </a:solidFill>
                <a:latin typeface="Aptos"/>
              </a:rPr>
              <a:t>Строгий whitelist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27248"/>
            <a:ext cx="3054096" cy="2267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A5A28F"/>
                </a:solidFill>
                <a:latin typeface="Aptos"/>
              </a:rPr>
              <a:t>Сервер отдаёт только игровые публичные файлы и презентацию.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87959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7D82"/>
                </a:solidFill>
                <a:latin typeface="Aptos"/>
              </a:rPr>
              <a:t>СОСТОЯНИЕ НА 24.10.2026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47  / 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09 · ЗАБЕГ / ПОЛНЫЙ ЦИКЛ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От первой двери — к вертолёту на крыше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Каждая механика расширяет одну непрерывную петлю выживания.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41148" cy="1170431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1 · Разогнаться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Получать очки, удерживать окна, открывать двери и выбирать оружие.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328415"/>
            <a:ext cx="41148" cy="1170431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2 · Перестроиться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3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Покупать перки, использовать крафт, менять этаж и отвечать на тип врага.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736592"/>
            <a:ext cx="41148" cy="1170431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2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8F5EA"/>
                </a:solidFill>
                <a:latin typeface="Aptos"/>
              </a:rPr>
              <a:t>3 · Завершить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79"/>
            <a:ext cx="4818888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A5A28F"/>
                </a:solidFill>
                <a:latin typeface="Aptos"/>
              </a:rPr>
              <a:t>Продержаться до 25-го раунда, включить четыре маяка и голосовать за эвакуацию.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6188" y="1796796"/>
            <a:ext cx="5495544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roof_evac.png"/>
          <p:cNvPicPr>
            <a:picLocks noChangeAspect="1"/>
          </p:cNvPicPr>
          <p:nvPr/>
        </p:nvPicPr>
        <p:blipFill>
          <a:blip r:embed="rId2"/>
          <a:srcRect l="169" r="169"/>
          <a:stretch>
            <a:fillRect/>
          </a:stretch>
        </p:blipFill>
        <p:spPr>
          <a:xfrm>
            <a:off x="6126480" y="1847088"/>
            <a:ext cx="5394960" cy="33832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72784" y="1993392"/>
            <a:ext cx="2267712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34540"/>
            <a:ext cx="20482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СОСТОЯНИЕ НА 24.10.2026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349240"/>
            <a:ext cx="53583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Риск не исчезает после запуска: команде нужно выдержать ожидание вертолёта.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48  / 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10 · СРЕЗ / 24 ОКТЯБРЯ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Итоговый срез: сколько системы собрано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От одного бункера — к игре с большим ростером и несколькими длинными целями.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9340" y="1805939"/>
            <a:ext cx="5422392" cy="3483864"/>
          </a:xfrm>
          <a:prstGeom prst="roundRect">
            <a:avLst>
              <a:gd name="adj" fmla="val 8000"/>
            </a:avLst>
          </a:prstGeom>
          <a:solidFill>
            <a:srgbClr val="222B35"/>
          </a:solidFill>
          <a:ln w="10160">
            <a:solidFill>
              <a:srgbClr val="36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_evac_summary.png"/>
          <p:cNvPicPr>
            <a:picLocks noChangeAspect="1"/>
          </p:cNvPicPr>
          <p:nvPr/>
        </p:nvPicPr>
        <p:blipFill>
          <a:blip r:embed="rId2"/>
          <a:srcRect l="845" r="845"/>
          <a:stretch>
            <a:fillRect/>
          </a:stretch>
        </p:blipFill>
        <p:spPr>
          <a:xfrm>
            <a:off x="6199632" y="1856231"/>
            <a:ext cx="5321808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45936" y="2002536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043684"/>
            <a:ext cx="1563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7BF69"/>
                </a:solidFill>
                <a:latin typeface="Aptos"/>
              </a:rPr>
              <a:t>24.10.2026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4398264"/>
            <a:ext cx="2103120" cy="658368"/>
          </a:xfrm>
          <a:prstGeom prst="roundRect">
            <a:avLst>
              <a:gd name="adj" fmla="val 8000"/>
            </a:avLst>
          </a:prstGeom>
          <a:solidFill>
            <a:srgbClr val="0D1118"/>
          </a:solidFill>
          <a:ln w="10160">
            <a:solidFill>
              <a:srgbClr val="4A5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3456" y="4489704"/>
            <a:ext cx="1847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5EA"/>
                </a:solidFill>
                <a:latin typeface="Aptos"/>
              </a:rPr>
              <a:t>44 / 31 /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3456" y="4809744"/>
            <a:ext cx="18470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A5A28F"/>
                </a:solidFill>
                <a:latin typeface="Aptos"/>
              </a:rPr>
              <a:t>врага · оружие · саундтреки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58384"/>
            <a:ext cx="52852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17D82"/>
                </a:solidFill>
                <a:latin typeface="Aptos"/>
              </a:rPr>
              <a:t>Разнообразие контента работает поверх одной понятной survival-петли.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01952"/>
            <a:ext cx="41148" cy="822960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847088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057400"/>
            <a:ext cx="48554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44 типа врагов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377440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Включая девять Wardens и несколько тематических волн.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962656"/>
            <a:ext cx="41148" cy="822960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9077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18104"/>
            <a:ext cx="48554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31 оружие · 8 перков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38144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Основной боевой выбор и постоянные усиления.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023360"/>
            <a:ext cx="41148" cy="822960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6849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78808"/>
            <a:ext cx="48554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36 достижений · 10 образов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98848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Цели забега связаны с косметической прогрессией.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084064"/>
            <a:ext cx="41148" cy="822960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2920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39512"/>
            <a:ext cx="48554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20 саундтреков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59552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Процедурная библиотека вместе с радио и адаптивной подачей.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49  / 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 spc="40">
                <a:solidFill>
                  <a:srgbClr val="E7BF69"/>
                </a:solidFill>
                <a:latin typeface="Aptos"/>
              </a:rPr>
              <a:t>11 · ЗАКЛЮЧЕНИЕ / 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93808" y="2743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 spc="26">
                <a:solidFill>
                  <a:srgbClr val="717D82"/>
                </a:solidFill>
                <a:latin typeface="Aptos"/>
              </a:rPr>
              <a:t>FIELD NOTES  / 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63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8F5EA"/>
                </a:solidFill>
                <a:latin typeface="Aptos Display"/>
              </a:rPr>
              <a:t>От вдохновения — к собственной ночи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5A28F"/>
                </a:solidFill>
                <a:latin typeface="Aptos"/>
              </a:rPr>
              <a:t>Nacht дала отправную точку; эволюцию определили решения самого проекта.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74519"/>
            <a:ext cx="6629400" cy="3319272"/>
          </a:xfrm>
          <a:prstGeom prst="roundRect">
            <a:avLst>
              <a:gd name="adj" fmla="val 8000"/>
            </a:avLst>
          </a:prstGeom>
          <a:solidFill>
            <a:srgbClr val="1B232D"/>
          </a:solidFill>
          <a:ln w="10160">
            <a:solidFill>
              <a:srgbClr val="22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2221992"/>
            <a:ext cx="41148" cy="676656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2167128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2377440"/>
            <a:ext cx="58795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Формула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697480"/>
            <a:ext cx="5870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Волны, экономика и давление орды стали основой, а не пределом.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136392"/>
            <a:ext cx="41148" cy="676656"/>
          </a:xfrm>
          <a:prstGeom prst="rect">
            <a:avLst/>
          </a:prstGeom>
          <a:solidFill>
            <a:srgbClr val="E7B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3081528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3291840"/>
            <a:ext cx="58795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Рост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3611880"/>
            <a:ext cx="5870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Карта, кооп, качество, звук и прогрессия добавлялись итерациями.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050791"/>
            <a:ext cx="41148" cy="676656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9576" y="399592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717D82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4206240"/>
            <a:ext cx="58795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8F5EA"/>
                </a:solidFill>
                <a:latin typeface="Aptos"/>
              </a:rPr>
              <a:t>Что дальше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4526279"/>
            <a:ext cx="5870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5A28F"/>
                </a:solidFill>
                <a:latin typeface="Aptos"/>
              </a:rPr>
              <a:t>В docs/IDEAS.md отмечены планы — они не включены в текущий срез.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965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35">
                <a:solidFill>
                  <a:srgbClr val="E7BF69"/>
                </a:solidFill>
                <a:latin typeface="Aptos"/>
              </a:rPr>
              <a:t>ИСТОЧНИКИ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468880"/>
            <a:ext cx="50292" cy="457200"/>
          </a:xfrm>
          <a:prstGeom prst="rect">
            <a:avLst/>
          </a:prstGeom>
          <a:solidFill>
            <a:srgbClr val="D7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2450592"/>
            <a:ext cx="33649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u="sng">
                <a:solidFill>
                  <a:srgbClr val="F8F5EA"/>
                </a:solidFill>
                <a:latin typeface="Aptos"/>
                <a:hlinkClick r:id="rId2"/>
              </a:rPr>
              <a:t>Call of Duty Wiki — Nacht der Untoten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3163824"/>
            <a:ext cx="50292" cy="457200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36992" y="3145536"/>
            <a:ext cx="33649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u="sng">
                <a:solidFill>
                  <a:srgbClr val="F8F5EA"/>
                </a:solidFill>
                <a:latin typeface="Aptos"/>
                <a:hlinkClick r:id="rId3"/>
              </a:rPr>
              <a:t>Nazi Zombies Wiki — Nacht der Untoten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858768"/>
            <a:ext cx="50292" cy="457200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3840480"/>
            <a:ext cx="33649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u="sng">
                <a:solidFill>
                  <a:srgbClr val="F8F5EA"/>
                </a:solidFill>
                <a:latin typeface="Aptos"/>
                <a:hlinkClick r:id="rId4"/>
              </a:rPr>
              <a:t>Репозиторий и документация проекта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553712"/>
            <a:ext cx="50292" cy="457200"/>
          </a:xfrm>
          <a:prstGeom prst="rect">
            <a:avLst/>
          </a:prstGeom>
          <a:solidFill>
            <a:srgbClr val="9BA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4535424"/>
            <a:ext cx="33649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u="sng">
                <a:solidFill>
                  <a:srgbClr val="F8F5EA"/>
                </a:solidFill>
                <a:latin typeface="Aptos"/>
                <a:hlinkClick r:id="rId5"/>
              </a:rPr>
              <a:t>История обновлений: PR #1–#5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541264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1">
                <a:solidFill>
                  <a:srgbClr val="717D82"/>
                </a:solidFill>
                <a:latin typeface="Aptos"/>
              </a:rPr>
              <a:t>Следующие идеи в docs/IDEAS.md — это планы, а не реализованные функции.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446520"/>
            <a:ext cx="10863072" cy="10972"/>
          </a:xfrm>
          <a:prstGeom prst="rect">
            <a:avLst/>
          </a:prstGeom>
          <a:solidFill>
            <a:srgbClr val="22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6510528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 spc="16">
                <a:solidFill>
                  <a:srgbClr val="717D82"/>
                </a:solidFill>
                <a:latin typeface="Aptos"/>
              </a:rPr>
              <a:t>TOP-DOWN ZOMBIE SHOOTER   ·   ИСТОРИЯ ПРОЕКТА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6492240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7BF69"/>
                </a:solidFill>
                <a:latin typeface="Aptos"/>
              </a:rPr>
              <a:t>50  / 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